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ChaosAI-Pitchdeck\screenshots\slide_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ChaosAI / Entropy Research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ChaosAI Pitch Deck</dc:title>
  <dc:subject>ChaosAI Pre-Seed Pitch Deck — September 2026</dc:subject>
  <dc:creator>Shubham Rao</dc:creator>
  <cp:lastModifiedBy>Shubham Rao</cp:lastModifiedBy>
  <cp:revision>1</cp:revision>
  <dcterms:created xsi:type="dcterms:W3CDTF">2026-09-24T01:15:42Z</dcterms:created>
  <dcterms:modified xsi:type="dcterms:W3CDTF">2026-09-24T01:15:42Z</dcterms:modified>
</cp:coreProperties>
</file>